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Still. A bounded, non-clinical check-in agent for students. One question, one useful action, then it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newindianexpress.com, 29 Sep 2026 — 9% students reported suicidal thoughts, 34% felt like outsiders on campus: SC task force survey. Officials called the findings preliminary; the sample is not representative.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extremes today: talk to an AI indefinitely, or get a link and be left alone with the next step. Still is the middle: short, bounded, one action, then it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app. ASK, UNDERSTAND, DECIDE, ACT, STOP. The model understands; the server decides; one allowlisted executor acts. Crisis language never reaches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enforced in code, in this order: phrase backstop, model risk, server policy. UNCERTAIN can only lead to one clarification, and the original response is re-checked.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pass per check-in, no loop back to the model. Everything the student can be shown — skills, steps, helplines — comes from reviewed configuration, never from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7452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0" b="1" spc="-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still.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343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4D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non-clinical check-in agent for students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 Agentic Bootcamp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Srishanth + Shaan  ·  September 30,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ty student alone at a desk with a laptop and notes, late eve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97680" cy="6858000"/>
          </a:xfrm>
          <a:prstGeom prst="rect">
            <a:avLst/>
          </a:prstGeom>
        </p:spPr>
      </p:pic>
      <p:pic>
        <p:nvPicPr>
          <p:cNvPr id="3" name="Image 1" descr="/home/user/Sustain-Agentic-Bootcamp-/deck/assets/orb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509760" y="-1463040"/>
            <a:ext cx="3840480" cy="38404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8920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RIGHT NOW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4892040" y="8686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wellbeing isn't an occasional problem.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892040" y="2148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2.43 lakh+</a:t>
            </a:r>
            <a:endParaRPr lang="en-US" sz="6400" dirty="0"/>
          </a:p>
        </p:txBody>
      </p:sp>
      <p:sp>
        <p:nvSpPr>
          <p:cNvPr id="7" name="Text 3"/>
          <p:cNvSpPr txBox="1"/>
          <p:nvPr/>
        </p:nvSpPr>
        <p:spPr>
          <a:xfrm>
            <a:off x="493776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higher-education students responded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412480" y="3081528"/>
            <a:ext cx="3017520" cy="365760"/>
          </a:xfrm>
          <a:prstGeom prst="roundRect">
            <a:avLst>
              <a:gd name="adj" fmla="val 52500"/>
            </a:avLst>
          </a:prstGeom>
          <a:solidFill>
            <a:srgbClr val="F1EDFD"/>
          </a:solidFill>
          <a:ln w="12700">
            <a:solidFill>
              <a:srgbClr val="F1EDF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412480" y="3081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· NOT REPRESENTATIVE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3840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2A1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5400" dirty="0"/>
          </a:p>
        </p:txBody>
      </p:sp>
      <p:sp>
        <p:nvSpPr>
          <p:cNvPr id="11" name="Text 7"/>
          <p:cNvSpPr txBox="1"/>
          <p:nvPr/>
        </p:nvSpPr>
        <p:spPr>
          <a:xfrm>
            <a:off x="4919472" y="4754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 very overwhelmed, distressed or low for weeks in the past 6 months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3840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2A1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5400" dirty="0"/>
          </a:p>
        </p:txBody>
      </p:sp>
      <p:sp>
        <p:nvSpPr>
          <p:cNvPr id="13" name="Text 9"/>
          <p:cNvSpPr txBox="1"/>
          <p:nvPr/>
        </p:nvSpPr>
        <p:spPr>
          <a:xfrm>
            <a:off x="7205472" y="4754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suicidal thoughts often or very often in the past year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464040" y="3840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2A1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5400" dirty="0"/>
          </a:p>
        </p:txBody>
      </p:sp>
      <p:sp>
        <p:nvSpPr>
          <p:cNvPr id="15" name="Text 11"/>
          <p:cNvSpPr txBox="1"/>
          <p:nvPr/>
        </p:nvSpPr>
        <p:spPr>
          <a:xfrm>
            <a:off x="9491472" y="4754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 like an outsider on campus, to varying degrees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5806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~32% </a:t>
            </a:r>
            <a:pPr indent="0" marL="0">
              <a:buNone/>
            </a:pPr>
            <a:r>
              <a:rPr lang="en-US" sz="12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 their institution did not provide counselling services.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61996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Preliminary, non-representative findings from the Supreme Court-appointed National Task Force survey, as reported on 29 Sep 2026 (The New Indian Express).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gap between “talk” and “help”.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246120" cy="3749040"/>
          </a:xfrm>
          <a:prstGeom prst="rect">
            <a:avLst/>
          </a:prstGeom>
          <a:solidFill>
            <a:srgbClr val="F1EDFD"/>
          </a:solidFill>
          <a:ln w="12700">
            <a:solidFill>
              <a:srgbClr val="F1EDF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forever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AI conversations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endpoint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concrete action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94192" y="2057400"/>
            <a:ext cx="3246120" cy="3749040"/>
          </a:xfrm>
          <a:prstGeom prst="rect">
            <a:avLst/>
          </a:prstGeom>
          <a:solidFill>
            <a:srgbClr val="F1EDFD"/>
          </a:solidFill>
          <a:ln w="12700">
            <a:solidFill>
              <a:srgbClr val="F1ED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14232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714232" y="2697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Disappear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714232" y="36118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pages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Helpline links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 is left to the student</a:t>
            </a:r>
            <a:endParaRPr lang="en-US" sz="1500" dirty="0"/>
          </a:p>
        </p:txBody>
      </p:sp>
      <p:pic>
        <p:nvPicPr>
          <p:cNvPr id="12" name="Image 0" descr="/home/user/Sustain-Agentic-Bootcamp-/deck/assets/panel-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783080"/>
            <a:ext cx="4142232" cy="44348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38912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still.</a:t>
            </a:r>
            <a:endParaRPr lang="en-US" sz="5800" dirty="0"/>
          </a:p>
        </p:txBody>
      </p:sp>
      <p:sp>
        <p:nvSpPr>
          <p:cNvPr id="14" name="Text 11"/>
          <p:cNvSpPr txBox="1"/>
          <p:nvPr/>
        </p:nvSpPr>
        <p:spPr>
          <a:xfrm>
            <a:off x="4434840" y="32461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check-in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the situation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ONE useful action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when to stop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5166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D9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therapist.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D9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silent void.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825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forever or disappear. Still sits in the gap.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Still. does one thing differently.</a:t>
            </a:r>
            <a:endParaRPr lang="en-US" sz="3200" dirty="0"/>
          </a:p>
        </p:txBody>
      </p:sp>
      <p:pic>
        <p:nvPicPr>
          <p:cNvPr id="4" name="Image 0" descr="/home/user/Sustain-Agentic-Bootcamp-/deck/assets/orb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-1097280" y="2194560"/>
            <a:ext cx="5120640" cy="5120640"/>
          </a:xfrm>
          <a:prstGeom prst="rect">
            <a:avLst/>
          </a:prstGeom>
        </p:spPr>
      </p:pic>
      <p:pic>
        <p:nvPicPr>
          <p:cNvPr id="5" name="Image 1" descr="Still app: Prioritize skill with a 15-minute focus timer run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55080" cy="4535424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2A1A66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48640" y="640080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app: “three assignments due this week” → Prioritize → 15-minute focus, running.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7488936" y="1938528"/>
            <a:ext cx="0" cy="1828800"/>
          </a:xfrm>
          <a:prstGeom prst="line">
            <a:avLst/>
          </a:prstGeom>
          <a:noFill/>
          <a:ln w="19050">
            <a:solidFill>
              <a:srgbClr val="E4DC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406640" y="1856232"/>
            <a:ext cx="164592" cy="164592"/>
          </a:xfrm>
          <a:prstGeom prst="ellipse">
            <a:avLst/>
          </a:prstGeom>
          <a:solidFill>
            <a:srgbClr val="5B3C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26680" y="1801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 </a:t>
            </a:r>
            <a:pPr indent="0" marL="0">
              <a:buNone/>
            </a:pPr>
            <a:r>
              <a:rPr lang="en-US" sz="13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short scheduled check-in.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06640" y="2313432"/>
            <a:ext cx="164592" cy="164592"/>
          </a:xfrm>
          <a:prstGeom prst="ellipse">
            <a:avLst/>
          </a:prstGeom>
          <a:solidFill>
            <a:srgbClr val="5B3C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26680" y="2258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 </a:t>
            </a:r>
            <a:pPr indent="0" marL="0">
              <a:buNone/>
            </a:pPr>
            <a:r>
              <a:rPr lang="en-US" sz="13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reads situation + need.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06640" y="2770632"/>
            <a:ext cx="164592" cy="164592"/>
          </a:xfrm>
          <a:prstGeom prst="ellipse">
            <a:avLst/>
          </a:prstGeom>
          <a:solidFill>
            <a:srgbClr val="5B3C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26680" y="2715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 </a:t>
            </a:r>
            <a:pPr indent="0" marL="0">
              <a:buNone/>
            </a:pPr>
            <a:r>
              <a:rPr lang="en-US" sz="13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policy picks an approved action.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06640" y="3227832"/>
            <a:ext cx="164592" cy="164592"/>
          </a:xfrm>
          <a:prstGeom prst="ellipse">
            <a:avLst/>
          </a:prstGeom>
          <a:solidFill>
            <a:srgbClr val="5B3C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26680" y="3172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 </a:t>
            </a:r>
            <a:pPr indent="0" marL="0">
              <a:buNone/>
            </a:pPr>
            <a:r>
              <a:rPr lang="en-US" sz="13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real, bounded action runs.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406640" y="3685032"/>
            <a:ext cx="164592" cy="164592"/>
          </a:xfrm>
          <a:prstGeom prst="ellipse">
            <a:avLst/>
          </a:prstGeom>
          <a:solidFill>
            <a:srgbClr val="2A1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26680" y="3630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 </a:t>
            </a:r>
            <a:pPr indent="0" marL="0">
              <a:buNone/>
            </a:pPr>
            <a:r>
              <a:rPr lang="en-US" sz="13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endless chat.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406640" y="43434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406640" y="466344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“Three assignments due this week…”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15-minute focus timer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406640" y="509320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“Wound up about tomorrow's presentation…”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60-second breathing guide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406640" y="552297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feel very alone right now…”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reviewed message, ready to copy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406640" y="595274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1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phrase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verified helpline · flow stops · model not called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ustain-Agentic-Bootcamp-/deck/assets/panel-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8978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a clear protocol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A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crisis phrases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caught before the model is called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620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SAFE / HIGH_RISK / UNCERTAIN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753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never becomes a safe action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8853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HIGH_RISK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human help · verified public helpline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578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safety system is an execution boundary, not just a prompt instruction.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GOALS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1024128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1097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14447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Scheduled, non-clinical student check-ins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1031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2176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252374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action per check-in · explicit crisis always escalates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3182112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32552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Achievable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0" y="360273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skills + deterministic safety backstop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46520" y="4261104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43342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46817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Low-friction support for everyday student moments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46520" y="5340096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44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54132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5760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normal + crisis paths in the live demo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agent, without the black box</a:t>
            </a:r>
            <a:endParaRPr lang="en-US" sz="3200" dirty="0"/>
          </a:p>
        </p:txBody>
      </p:sp>
      <p:pic>
        <p:nvPicPr>
          <p:cNvPr id="4" name="Image 0" descr="Still architecture: trigger, student response, safety backstop, LLM understanding, policy engine, allowlisted executor, end; crisis phrase and HIGH_RISK go to human help; UNCERTAIN goes to one clarification that re-checks the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155680" cy="40142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</a:t>
            </a:r>
            <a:pPr indent="0" marL="0">
              <a:buNone/>
            </a:pPr>
            <a:r>
              <a:rPr lang="en-US" sz="23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INTERPRETS. </a:t>
            </a:r>
            <a:pPr indent="0" marL="0">
              <a:buNone/>
            </a:pPr>
            <a:r>
              <a:rPr lang="en-US" sz="23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POLICY </a:t>
            </a:r>
            <a:pPr indent="0" marL="0">
              <a:buNone/>
            </a:pPr>
            <a:r>
              <a:rPr lang="en-US" sz="23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DECIDES. </a:t>
            </a:r>
            <a:pPr indent="0" marL="0">
              <a:buNone/>
            </a:pPr>
            <a:r>
              <a:rPr lang="en-US" sz="2300" b="1" dirty="0">
                <a:solidFill>
                  <a:srgbClr val="1C1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EXECUTOR </a:t>
            </a:r>
            <a:pPr indent="0" marL="0">
              <a:buNone/>
            </a:pPr>
            <a:r>
              <a:rPr lang="en-US" sz="2300" b="1" dirty="0">
                <a:solidFill>
                  <a:srgbClr val="5B3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ACTS.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TypeScript · Vite · Node.js 22 · Express · SQLite · Zod · Groq / Ollama · Vitest · Supertest · Playwright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Still. — Sustain Agentic Bootcamp</dc:title>
  <dc:subject>PptxGenJS Presentation</dc:subject>
  <dc:creator>PptxGenJS</dc:creator>
  <cp:lastModifiedBy>PptxGenJS</cp:lastModifiedBy>
  <cp:revision>1</cp:revision>
  <dcterms:created xsi:type="dcterms:W3CDTF">2026-09-30T08:01:58Z</dcterms:created>
  <dcterms:modified xsi:type="dcterms:W3CDTF">2026-09-30T08:01:58Z</dcterms:modified>
</cp:coreProperties>
</file>